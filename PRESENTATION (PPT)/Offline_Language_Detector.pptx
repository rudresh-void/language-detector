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F2A93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2344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34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🌐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 LANGUAGE DETECTOR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system for detecting English, Hindi &amp; Japanese text — trained on Google Colab, deployed as a native desktop app with Tkinter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5074920"/>
            <a:ext cx="201168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212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Rudresh Mishra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5623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B.Tech, 3rd Year — United College of Engineering and Research, Allahabad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an Offline Language Detector?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Dependency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2258568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the language of a sentence instantly without calling any cloud API — everything runs locally on the user's machine.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20040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71600" y="3584448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typed by the user never leaves the device, since there is no network call involved in the detection process.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5720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452628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Input Support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71600" y="4910328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recognize three scripts with very different structures: English (Latin), Hindi (Devanagari) and Japanese (Kanji/Kana).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Language Detector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Goal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0B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57400"/>
            <a:ext cx="10149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deploy a lightweight language identification model that classifies typed text into English, Hindi, or Japanese — accurately, instantly, and completely offline.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F7F9FA"/>
          </a:solidFill>
          <a:ln w="12700">
            <a:solidFill>
              <a:srgbClr val="D8E2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425196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4892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5257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text classification model in Python on Google Colab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0" y="402336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F7F9FA"/>
          </a:solidFill>
          <a:ln w="12700">
            <a:solidFill>
              <a:srgbClr val="D8E2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425196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4892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89120" y="5257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trained model for offline, local inference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680960" y="402336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F7F9FA"/>
          </a:solidFill>
          <a:ln w="12700">
            <a:solidFill>
              <a:srgbClr val="D8E2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425196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4892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55280" y="5257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it in a Tkinter desktop GUI for real-time use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Language Detector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39112"/>
            <a:ext cx="548640" cy="548640"/>
          </a:xfrm>
          <a:prstGeom prst="ellipse">
            <a:avLst/>
          </a:prstGeom>
          <a:solidFill>
            <a:srgbClr val="1C7293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194767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394960" y="1947672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 for data processing, model building and the desktop app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090672"/>
            <a:ext cx="548640" cy="548640"/>
          </a:xfrm>
          <a:prstGeom prst="ellipse">
            <a:avLst/>
          </a:prstGeom>
          <a:solidFill>
            <a:srgbClr val="1C7293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600200" y="299923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394960" y="2999232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notebook environment used to train the classification model with free GPU access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142232"/>
            <a:ext cx="548640" cy="548640"/>
          </a:xfrm>
          <a:prstGeom prst="ellipse">
            <a:avLst/>
          </a:prstGeom>
          <a:solidFill>
            <a:srgbClr val="1C7293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600200" y="405079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394960" y="4050792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built-in GUI toolkit used to build the native offline desktop interface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5193792"/>
            <a:ext cx="548640" cy="548640"/>
          </a:xfrm>
          <a:prstGeom prst="ellipse">
            <a:avLst/>
          </a:prstGeom>
          <a:solidFill>
            <a:srgbClr val="1C7293">
              <a:alpha val="8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600200" y="510235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/ NLP Libraries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394960" y="5102352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(n-grams / text vectorization) and model training for language classification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Language Detector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956816" cy="1920240"/>
          </a:xfrm>
          <a:prstGeom prst="roundRect">
            <a:avLst>
              <a:gd name="adj" fmla="val 4762"/>
            </a:avLst>
          </a:prstGeom>
          <a:solidFill>
            <a:srgbClr val="0B335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487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337560"/>
            <a:ext cx="16824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samples collected for English, Hindi &amp; Japanese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05456" y="31089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25496" y="2377440"/>
            <a:ext cx="1956816" cy="1920240"/>
          </a:xfrm>
          <a:prstGeom prst="roundRect">
            <a:avLst>
              <a:gd name="adj" fmla="val 4762"/>
            </a:avLst>
          </a:prstGeom>
          <a:solidFill>
            <a:srgbClr val="0B3350"/>
          </a:solidFill>
          <a:ln/>
        </p:spPr>
      </p:sp>
      <p:sp>
        <p:nvSpPr>
          <p:cNvPr id="11" name="Text 9"/>
          <p:cNvSpPr/>
          <p:nvPr/>
        </p:nvSpPr>
        <p:spPr>
          <a:xfrm>
            <a:off x="2962656" y="2487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62656" y="2880360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62656" y="3337560"/>
            <a:ext cx="16824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feature extraction on Google Colab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82312" y="31089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102352" y="2377440"/>
            <a:ext cx="1956816" cy="1920240"/>
          </a:xfrm>
          <a:prstGeom prst="roundRect">
            <a:avLst>
              <a:gd name="adj" fmla="val 4762"/>
            </a:avLst>
          </a:prstGeom>
          <a:solidFill>
            <a:srgbClr val="0B3350"/>
          </a:solidFill>
          <a:ln/>
        </p:spPr>
      </p:sp>
      <p:sp>
        <p:nvSpPr>
          <p:cNvPr id="16" name="Text 14"/>
          <p:cNvSpPr/>
          <p:nvPr/>
        </p:nvSpPr>
        <p:spPr>
          <a:xfrm>
            <a:off x="5239512" y="2487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39512" y="2880360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39512" y="3337560"/>
            <a:ext cx="16824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trained to distinguish language patterns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059168" y="31089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79208" y="2377440"/>
            <a:ext cx="1956816" cy="1920240"/>
          </a:xfrm>
          <a:prstGeom prst="roundRect">
            <a:avLst>
              <a:gd name="adj" fmla="val 4762"/>
            </a:avLst>
          </a:prstGeom>
          <a:solidFill>
            <a:srgbClr val="0B3350"/>
          </a:solidFill>
          <a:ln/>
        </p:spPr>
      </p:sp>
      <p:sp>
        <p:nvSpPr>
          <p:cNvPr id="21" name="Text 19"/>
          <p:cNvSpPr/>
          <p:nvPr/>
        </p:nvSpPr>
        <p:spPr>
          <a:xfrm>
            <a:off x="7516368" y="2487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16368" y="2880360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Model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16368" y="3337560"/>
            <a:ext cx="16824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 saved for offline use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336024" y="31089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656064" y="2377440"/>
            <a:ext cx="1956816" cy="1920240"/>
          </a:xfrm>
          <a:prstGeom prst="roundRect">
            <a:avLst>
              <a:gd name="adj" fmla="val 4762"/>
            </a:avLst>
          </a:prstGeom>
          <a:solidFill>
            <a:srgbClr val="F2A93B"/>
          </a:solidFill>
          <a:ln/>
        </p:spPr>
      </p:sp>
      <p:sp>
        <p:nvSpPr>
          <p:cNvPr id="26" name="Text 24"/>
          <p:cNvSpPr/>
          <p:nvPr/>
        </p:nvSpPr>
        <p:spPr>
          <a:xfrm>
            <a:off x="9793224" y="2487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793224" y="2880360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App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793224" y="3337560"/>
            <a:ext cx="16824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text → model predicts language + confidence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4709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trained once in the cloud (Colab), then runs entirely on the local machine through the Tkinter interface — no internet required at prediction time.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Language Detector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Desktop Interface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Tkinter window lets the user type or paste any sentence into the text box.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569464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146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distraction-free text box for input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63824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108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"Detect Language" button triggers the offline model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58184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703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"Clear" button resets the input instantly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1005840"/>
            <a:ext cx="534924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9050">
            <a:solidFill>
              <a:srgbClr val="D8E2E6"/>
            </a:solidFill>
            <a:prstDash val="solid"/>
          </a:ln>
          <a:effectLst>
            <a:outerShdw sx="100000" sy="100000" kx="0" ky="0" algn="bl" rotWithShape="0" blurRad="101600" dist="38100" dir="5400000">
              <a:srgbClr val="1B1B1B">
                <a:alpha val="25000"/>
              </a:srgbClr>
            </a:outerShdw>
          </a:effectLst>
        </p:spPr>
      </p:sp>
      <p:pic>
        <p:nvPicPr>
          <p:cNvPr id="13" name="Image 0" descr="ui_bla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188720"/>
            <a:ext cx="4983480" cy="39867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Language Detector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Detected in Action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Japanese sentence is typed in, and the app instantly identifies the language with a confidence score.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0B335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517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こんにちは、私は学生です。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1C7293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886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4389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Language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374904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3886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99.64%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200400" y="4389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Confidence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55080" y="1005840"/>
            <a:ext cx="5349240" cy="5394960"/>
          </a:xfrm>
          <a:prstGeom prst="roundRect">
            <a:avLst>
              <a:gd name="adj" fmla="val 1368"/>
            </a:avLst>
          </a:prstGeom>
          <a:solidFill>
            <a:srgbClr val="FFFFFF"/>
          </a:solidFill>
          <a:ln w="19050">
            <a:solidFill>
              <a:srgbClr val="D8E2E6"/>
            </a:solidFill>
            <a:prstDash val="solid"/>
          </a:ln>
          <a:effectLst>
            <a:outerShdw sx="100000" sy="100000" kx="0" ky="0" algn="bl" rotWithShape="0" blurRad="101600" dist="38100" dir="5400000">
              <a:srgbClr val="1B1B1B">
                <a:alpha val="25000"/>
              </a:srgbClr>
            </a:outerShdw>
          </a:effectLst>
        </p:spPr>
      </p:sp>
      <p:pic>
        <p:nvPicPr>
          <p:cNvPr id="15" name="Image 0" descr="ui_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188720"/>
            <a:ext cx="4983480" cy="41239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Language Detector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Supported Languages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383280" cy="3931920"/>
          </a:xfrm>
          <a:prstGeom prst="roundRect">
            <a:avLst>
              <a:gd name="adj" fmla="val 3243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English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script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274320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7472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Hello, I am a student.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394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recognized input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0" y="1965960"/>
            <a:ext cx="3383280" cy="3931920"/>
          </a:xfrm>
          <a:prstGeom prst="roundRect">
            <a:avLst>
              <a:gd name="adj" fmla="val 3243"/>
            </a:avLst>
          </a:prstGeom>
          <a:solidFill>
            <a:srgbClr val="0B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22402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Hindi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389120" y="27432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Devanagari script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89120" y="3246120"/>
            <a:ext cx="274320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347472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नमस्ते, मैं एक छात्र हूँ।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389120" y="5394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recognized input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80960" y="1965960"/>
            <a:ext cx="3383280" cy="3931920"/>
          </a:xfrm>
          <a:prstGeom prst="roundRect">
            <a:avLst>
              <a:gd name="adj" fmla="val 3243"/>
            </a:avLst>
          </a:prstGeom>
          <a:solidFill>
            <a:srgbClr val="F2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22402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Japanese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955280" y="27432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Kanji / Kana script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955280" y="3246120"/>
            <a:ext cx="2743200" cy="0"/>
          </a:xfrm>
          <a:prstGeom prst="line">
            <a:avLst/>
          </a:prstGeom>
          <a:noFill/>
          <a:ln w="9525">
            <a:solidFill>
              <a:srgbClr val="0B3350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347472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こんにちは、私は学生です。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955280" y="5394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335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recognized input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Language Detector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 &amp; Performance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7F9FA"/>
          </a:solidFill>
          <a:ln w="12700">
            <a:solidFill>
              <a:srgbClr val="D8E2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5740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Supported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60520" y="192024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7F9FA"/>
          </a:solidFill>
          <a:ln w="12700">
            <a:solidFill>
              <a:srgbClr val="D8E2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0520" y="205740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99.64%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160520" y="297180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Confidence Score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0" y="192024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7F9FA"/>
          </a:solidFill>
          <a:ln w="12700">
            <a:solidFill>
              <a:srgbClr val="D8E2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205740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772400" y="297180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Connections Needed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489704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434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reliably separates scripts with very different structures (Latin, Devanagari, Kanji/Kana)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038344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983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fully offline makes the tool fast, private, and usable without any setup beyond installation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586984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532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proved sufficient for a clean, responsive desktop experience without extra frameworks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Language Detector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402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19456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Languages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classifier to support additional languages beyond English, Hindi and Japanese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96596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2240280"/>
            <a:ext cx="457200" cy="457200"/>
          </a:xfrm>
          <a:prstGeom prst="ellipse">
            <a:avLst/>
          </a:prstGeom>
          <a:solidFill>
            <a:srgbClr val="0B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78040" y="219456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Sentence-level Analytics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537960" y="27889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per-word or per-phrase breakdowns for mixed-language text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389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43434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Deployment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22960" y="493776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offline model into a lightweight Android/iOS app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411480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8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7960" y="4389120"/>
            <a:ext cx="457200" cy="457200"/>
          </a:xfrm>
          <a:prstGeom prst="ellipse">
            <a:avLst/>
          </a:prstGeom>
          <a:solidFill>
            <a:srgbClr val="0B3350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78040" y="43434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Input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537960" y="493776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voice-to-text so spoken language can be detected too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Language Detector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F2A93B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4688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429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Language Detector — English · Hindi · Japanese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160520"/>
            <a:ext cx="201168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297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Rudresh Mishra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6817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B.Tech, 3rd Year — United College of Engineering and Research, Allahabad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2026-07-19T11:02:00Z</dcterms:created>
  <dcterms:modified xsi:type="dcterms:W3CDTF">2026-07-19T11:02:00Z</dcterms:modified>
</cp:coreProperties>
</file>